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96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926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· NETSUITE PRACTICE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Intelligence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staffing management for a modern consulting practice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Live in production  ·  25 consultants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replaces spreadsheets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in 13 sessions — live on Railway, backed by Supabase, powered by Claude AI.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2084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heatmap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hours by consultant across all projects. Inline editing, no spreadsheets.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46704" y="2084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46704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— admin, resource manager, project manager, executive.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2084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(AI)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against live staffing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3502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needs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 matched to available consultants with AI recommendations.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3375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333756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46704" y="3502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46704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overallocation alerts, rolling-off warnings, top projects.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3375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333756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3502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81344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Invite, activate, deactivate and manage roles from an admin panel.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staffing-app-production.up.railway.app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v1 complete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92531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9659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shipped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017520"/>
            <a:ext cx="19659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9748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closed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19659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v1 stable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017520"/>
            <a:ext cx="19659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9516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~60h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9516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scope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097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issues shipped across auth, RBAC, heatmap editing, user management, AI integration, and production deploy.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zero to multi-tenant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88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 refresh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1638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production deploy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session 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371600"/>
            <a:ext cx="2011680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87168" y="1371600"/>
            <a:ext cx="20116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24328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2212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heatmap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24328" y="2688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4 roles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31638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panel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24328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needs + AI match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0016" y="13716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0016" y="137160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37176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7176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· ~29h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37176" y="2212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week selector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37176" y="2688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management UI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37176" y="31638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37176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polish pass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13716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12864" y="1371600"/>
            <a:ext cx="2011680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50024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50024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· ~60h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2212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onboarding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50024" y="2688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ops 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50024" y="31638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snapshots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50024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roles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0024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export/import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ships to production — no big-bang release.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 queue — v1 stable in ~29h of build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53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453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search input on heatmap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consultant or project name to instantly filter the staffing view.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0" y="1554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093976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30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1305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week selector dropdown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3957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any date range from the heatmap header — no page reload.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223113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0" y="22311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7063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77063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807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28072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management panel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0723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to manage billability, capacity, and rate overrides per consultant.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55280" y="290779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55280" y="29077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4728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447288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4838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5840" y="34838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assignment from heatmap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7490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consultant to a project directly from the UI — no database access needed.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55280" y="3584448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0" y="3584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12394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4123944"/>
            <a:ext cx="54864" cy="5943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05840" y="4160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role staleness fix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44256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changes take effect immediately without requiring a manual logout.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426110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955280" y="42611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staffing-app-production.up.railway.app  ·  Session 13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On-screen Show (16:9)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Staffing Intelligence — Executive Summary</dc:title>
  <dc:subject>PptxGenJS Presentation</dc:subject>
  <dc:creator>PptxGenJS</dc:creator>
  <cp:lastModifiedBy>Prabhakar, Varun</cp:lastModifiedBy>
  <cp:revision>1</cp:revision>
  <dcterms:created xsi:type="dcterms:W3CDTF">2026-03-24T17:32:12Z</dcterms:created>
  <dcterms:modified xsi:type="dcterms:W3CDTF">2026-03-24T17:34:19Z</dcterms:modified>
</cp:coreProperties>
</file>